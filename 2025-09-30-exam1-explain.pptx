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57e48e1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957e48e1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957e48e1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957e48e1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957e48e1a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957e48e1a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957e48e1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957e48e1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957e48e1a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957e48e1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957e48e1a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957e48e1a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957e48e1a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957e48e1a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957e48e1a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957e48e1a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957e48e1a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957e48e1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957e48e1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957e48e1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957e48e1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957e48e1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957e48e1a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957e48e1a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957e48e1a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957e48e1a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Chapter1 小考解說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860500" y="1555800"/>
            <a:ext cx="6564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流程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zh-TW" sz="3000"/>
              <a:t>發考卷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zh-TW" sz="3000"/>
              <a:t>確認是否有改錯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zh-TW" sz="3000"/>
              <a:t>確認eeclass分數登記是否有誤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zh-TW" sz="3000"/>
              <a:t>檢討考卷(可以先行離開)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3113"/>
            <a:ext cx="8839201" cy="135828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152400" y="3097975"/>
            <a:ext cx="426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兩種方法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真值表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邏輯化簡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707775" y="1432050"/>
            <a:ext cx="4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示範第 2 題用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真值表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87" y="2217375"/>
            <a:ext cx="7728427" cy="29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/>
        </p:nvSpPr>
        <p:spPr>
          <a:xfrm>
            <a:off x="707775" y="1432050"/>
            <a:ext cx="4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示範第 2 題用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邏輯化簡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75" y="2099275"/>
            <a:ext cx="30670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775" y="2702525"/>
            <a:ext cx="32099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775" y="3277200"/>
            <a:ext cx="25908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775" y="3939600"/>
            <a:ext cx="4572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413" y="0"/>
            <a:ext cx="7251576" cy="38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1892425" y="3335125"/>
            <a:ext cx="1953900" cy="497400"/>
          </a:xfrm>
          <a:prstGeom prst="rect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0550" y="4528350"/>
            <a:ext cx="19812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548425" y="4108950"/>
            <a:ext cx="5855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15. &amp; 16. 需要加上括號，否則意思將改變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Char char="●"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16. 的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另一等價式子為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300" y="541588"/>
            <a:ext cx="5893399" cy="406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7525"/>
            <a:ext cx="8839199" cy="140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05500"/>
            <a:ext cx="5117100" cy="4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482700"/>
            <a:ext cx="3514075" cy="12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238" y="152400"/>
            <a:ext cx="826151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449" y="693475"/>
            <a:ext cx="6276843" cy="11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56713"/>
            <a:ext cx="3038676" cy="81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575" y="2869400"/>
            <a:ext cx="3794415" cy="22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869396"/>
            <a:ext cx="4100175" cy="227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777575" y="2107438"/>
            <a:ext cx="151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用定理化簡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839200" cy="354123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152400" y="3856550"/>
            <a:ext cx="842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使用真值表證明 equivalent 要列出所有可能情況，如 p, q, r 三個變數，就要 2^3=8 列(row)，而且兩個 proposition 每列的值相同。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/>
        </p:nvSpPr>
        <p:spPr>
          <a:xfrm>
            <a:off x="826825" y="1410775"/>
            <a:ext cx="194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使用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定理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化簡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 b="0" l="0" r="0" t="4897"/>
          <a:stretch/>
        </p:blipFill>
        <p:spPr>
          <a:xfrm>
            <a:off x="826825" y="1903375"/>
            <a:ext cx="5343525" cy="13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3075" y="1410775"/>
            <a:ext cx="2668850" cy="2841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/>
        </p:nvSpPr>
        <p:spPr>
          <a:xfrm>
            <a:off x="152400" y="1901200"/>
            <a:ext cx="36498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證明目標為 :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3n^2+8 is even → n is even</a:t>
            </a:r>
            <a:endParaRPr b="1" sz="2000" u="sng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contrapositive :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p→q ≡ ¬q→¬p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839200" cy="1627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111" y="1708501"/>
            <a:ext cx="4085490" cy="162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3025" y="3574478"/>
            <a:ext cx="4938576" cy="143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875"/>
            <a:ext cx="8839200" cy="1016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8827" y="1368075"/>
            <a:ext cx="6086349" cy="377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