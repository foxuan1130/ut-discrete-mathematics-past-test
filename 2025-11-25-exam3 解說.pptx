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957e48e1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957e48e1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957e48e1a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957e48e1a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957e48e1a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957e48e1a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957e48e1a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8957e48e1a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957e48e1a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957e48e1a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957e48e1a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957e48e1a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957e48e1a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8957e48e1a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3c3495bc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3c3495bc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957e48e1a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8957e48e1a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957e48e1a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8957e48e1a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957e48e1a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8957e48e1a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957e48e1a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8957e48e1a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957e48e1a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8957e48e1a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957e48e1a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8957e48e1a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3c3495bc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3c3495bc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3c3495bc8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a3c3495bc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Chapter6 小考解說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860500" y="1555800"/>
            <a:ext cx="65643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/>
              <a:t>流程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zh-TW" sz="3000"/>
              <a:t>發考卷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zh-TW" sz="3000"/>
              <a:t>確認是否有改錯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zh-TW" sz="3000"/>
              <a:t>確認eeclass分數登記是否有誤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zh-TW" sz="3000"/>
              <a:t>檢討考卷(可以先行離開)</a:t>
            </a:r>
            <a:endParaRPr sz="3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 title="Screenshot 2025-12-02 0136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747425"/>
            <a:ext cx="8839199" cy="98744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 txBox="1"/>
          <p:nvPr/>
        </p:nvSpPr>
        <p:spPr>
          <a:xfrm>
            <a:off x="152400" y="4650900"/>
            <a:ext cx="426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=&gt; 乘開後為 20160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324000" y="1206350"/>
            <a:ext cx="86676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(x+2y-z)</a:t>
            </a:r>
            <a:r>
              <a:rPr baseline="30000"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10</a:t>
            </a: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= </a:t>
            </a: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(x+2y-z)(x+2y-z)(x+2y-z)...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多項式展開時會從所有括號裡各取一個項相乘，每個項都會與其他括號裡的每個項相乘過。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會有 x</a:t>
            </a:r>
            <a:r>
              <a:rPr baseline="30000"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aseline="30000"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z</a:t>
            </a:r>
            <a:r>
              <a:rPr baseline="30000"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的項需要5個 x、3個 2y、2個 z 乘在一起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=&gt; 從10個(x+2y-z)中有 C(10,5) 種方法可以選出5個x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=&gt; 從剩下5個(x+2y-z)中有 C(5,3) 種方法可以選出3個2y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=&gt; 從剩下2個(x+2y-z)中有 C(2,32) 種方法可以選出2個z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=&gt; 共有 C(10,5)C(5,3)C(2,2) 種方法可以讓項乘出 x</a:t>
            </a:r>
            <a:r>
              <a:rPr baseline="30000"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baseline="30000"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z</a:t>
            </a:r>
            <a:r>
              <a:rPr baseline="30000"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(記得乘xyz原本係數)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4750" y="37775"/>
            <a:ext cx="1466850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/>
        </p:nvSpPr>
        <p:spPr>
          <a:xfrm>
            <a:off x="2437500" y="648075"/>
            <a:ext cx="426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衍生自...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0712" y="1297300"/>
            <a:ext cx="5922575" cy="384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/>
        </p:nvSpPr>
        <p:spPr>
          <a:xfrm>
            <a:off x="4570000" y="109450"/>
            <a:ext cx="426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相似題目: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1" name="Google Shape;111;p17" title="Screenshot 2025-12-02 0209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113100"/>
            <a:ext cx="8839199" cy="1030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3188" y="602050"/>
            <a:ext cx="4762614" cy="18836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 txBox="1"/>
          <p:nvPr/>
        </p:nvSpPr>
        <p:spPr>
          <a:xfrm>
            <a:off x="195948" y="2485700"/>
            <a:ext cx="8278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整數n除以17只有17種(0~16)餘數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當我們取17+1個相異整數時=&gt;一定有兩個數會有相同餘數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相同餘數=&gt;兩數的差可被17整除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(a*17+c) - (b*17+c) = (a-b)*17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924300"/>
            <a:ext cx="8839201" cy="1102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5275" y="173400"/>
            <a:ext cx="5011994" cy="3619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8"/>
          <p:cNvSpPr txBox="1"/>
          <p:nvPr/>
        </p:nvSpPr>
        <p:spPr>
          <a:xfrm>
            <a:off x="75425" y="1436000"/>
            <a:ext cx="38628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通用鴿籠原理: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=&gt; 有x個學生，其中某個州至少有</a:t>
            </a: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⌈x/50⌉</a:t>
            </a: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個學生(</a:t>
            </a: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⌈x/50⌉向上取整</a:t>
            </a: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要求x使某州有至少100個學生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⌈x/50⌉=100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400" y="3917300"/>
            <a:ext cx="8839201" cy="55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 txBox="1"/>
          <p:nvPr/>
        </p:nvSpPr>
        <p:spPr>
          <a:xfrm>
            <a:off x="152400" y="4578075"/>
            <a:ext cx="386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=&gt; 階乘展開後: 151200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7" name="Google Shape;12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0650" y="61425"/>
            <a:ext cx="1428750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3300" y="506475"/>
            <a:ext cx="4526300" cy="3202449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 txBox="1"/>
          <p:nvPr/>
        </p:nvSpPr>
        <p:spPr>
          <a:xfrm>
            <a:off x="4198775" y="0"/>
            <a:ext cx="386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相似題: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0" y="3216325"/>
            <a:ext cx="449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C(10,1)C(9,2)C(7,2)C(5,3)C(2,1)C(1,1)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295200"/>
            <a:ext cx="8839203" cy="72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0300" y="146975"/>
            <a:ext cx="5783680" cy="399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1" title="Screenshot 2025-12-02 0304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3004" y="1791501"/>
            <a:ext cx="5178001" cy="326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/>
        </p:nvSpPr>
        <p:spPr>
          <a:xfrm>
            <a:off x="2325300" y="928000"/>
            <a:ext cx="449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記得不要算到重複的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49950"/>
            <a:ext cx="8839200" cy="236204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2"/>
          <p:cNvSpPr txBox="1"/>
          <p:nvPr/>
        </p:nvSpPr>
        <p:spPr>
          <a:xfrm>
            <a:off x="152400" y="3935025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/>
              <a:t>展開後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/>
              <a:t>a.120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/>
              <a:t>b.330</a:t>
            </a:r>
            <a:endParaRPr sz="2000"/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1450" y="141350"/>
            <a:ext cx="28765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2"/>
          <p:cNvSpPr txBox="1"/>
          <p:nvPr/>
        </p:nvSpPr>
        <p:spPr>
          <a:xfrm>
            <a:off x="1856225" y="123650"/>
            <a:ext cx="449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(b)需假設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1749900" y="598550"/>
            <a:ext cx="7277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因為x5可以是任意數，所有使這個等式成立的情況會等於所有 x1+x2+x3+x4=1、</a:t>
            </a: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x1+x2+x3+x4=2 … x1+x2+x3+x4=7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的情況的總和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3" title="Screenshot 2025-12-02 0306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225" y="152400"/>
            <a:ext cx="741741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/>
        </p:nvSpPr>
        <p:spPr>
          <a:xfrm>
            <a:off x="7355650" y="3979300"/>
            <a:ext cx="1692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另解: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a.7776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b.720 or 6!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2" name="Google Shape;16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13875"/>
            <a:ext cx="7243675" cy="202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4381" y="0"/>
            <a:ext cx="4475233" cy="3113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/>
        </p:nvSpPr>
        <p:spPr>
          <a:xfrm>
            <a:off x="740225" y="1683675"/>
            <a:ext cx="194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照規則做即可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9" name="Google Shape;16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385375"/>
            <a:ext cx="8839198" cy="1725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5" title="Screenshot 2025-12-02 03204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1743" y="0"/>
            <a:ext cx="4812257" cy="3343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275" y="152400"/>
            <a:ext cx="6768891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964764"/>
            <a:ext cx="8839199" cy="74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7"/>
          <p:cNvSpPr txBox="1"/>
          <p:nvPr/>
        </p:nvSpPr>
        <p:spPr>
          <a:xfrm>
            <a:off x="194400" y="47096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展開後</a:t>
            </a:r>
            <a:r>
              <a:rPr lang="zh-TW"/>
              <a:t> = 4410</a:t>
            </a:r>
            <a:endParaRPr/>
          </a:p>
        </p:txBody>
      </p:sp>
      <p:sp>
        <p:nvSpPr>
          <p:cNvPr id="182" name="Google Shape;182;p27"/>
          <p:cNvSpPr txBox="1"/>
          <p:nvPr/>
        </p:nvSpPr>
        <p:spPr>
          <a:xfrm>
            <a:off x="403950" y="2432450"/>
            <a:ext cx="83361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Lato"/>
              <a:buAutoNum type="arabicPeriod"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分配 8 個紅球和 10 個藍球給 5 個小孩，使得每個小孩至少得到 1 個紅球和 1 個藍球。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Lato"/>
              <a:buAutoNum type="arabicPeriod"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分紅球方法 C(3+5-1, 3) (每個小孩是不同的)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Lato"/>
              <a:buAutoNum type="arabicPeriod"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分藍球方法 </a:t>
            </a: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C(5+5-1, 5)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3" name="Google Shape;18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4975" y="66925"/>
            <a:ext cx="5659023" cy="233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/>
        </p:nvSpPr>
        <p:spPr>
          <a:xfrm>
            <a:off x="51300" y="1207950"/>
            <a:ext cx="90414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(a): A要走到B必需要 向右移動 5 步&amp;向上移動 5 步，但順序不一定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=&gt;相當於 5個⬆️和</a:t>
            </a: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5個➡️ 在做組合 =&gt; C(10, 5)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(b): 動態規劃 =&gt; 到某一點的方法數 = 到它左邊的方法數 + 到它下面的方法數</a:t>
            </a:r>
            <a:endParaRPr sz="2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9" name="Google Shape;18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950" y="2666025"/>
            <a:ext cx="7974541" cy="212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8"/>
          <p:cNvSpPr txBox="1"/>
          <p:nvPr/>
        </p:nvSpPr>
        <p:spPr>
          <a:xfrm>
            <a:off x="6690050" y="4212775"/>
            <a:ext cx="2100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1" name="Google Shape;191;p28"/>
          <p:cNvSpPr txBox="1"/>
          <p:nvPr/>
        </p:nvSpPr>
        <p:spPr>
          <a:xfrm>
            <a:off x="7003400" y="4212775"/>
            <a:ext cx="2100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2" name="Google Shape;192;p28"/>
          <p:cNvSpPr txBox="1"/>
          <p:nvPr/>
        </p:nvSpPr>
        <p:spPr>
          <a:xfrm>
            <a:off x="7003400" y="3939825"/>
            <a:ext cx="2100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3" name="Google Shape;193;p28"/>
          <p:cNvSpPr txBox="1"/>
          <p:nvPr/>
        </p:nvSpPr>
        <p:spPr>
          <a:xfrm>
            <a:off x="7316750" y="4212775"/>
            <a:ext cx="2100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7630100" y="4212775"/>
            <a:ext cx="2100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5" name="Google Shape;195;p28"/>
          <p:cNvSpPr txBox="1"/>
          <p:nvPr/>
        </p:nvSpPr>
        <p:spPr>
          <a:xfrm>
            <a:off x="7908475" y="4212775"/>
            <a:ext cx="2100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6" name="Google Shape;196;p28"/>
          <p:cNvSpPr txBox="1"/>
          <p:nvPr/>
        </p:nvSpPr>
        <p:spPr>
          <a:xfrm>
            <a:off x="7316750" y="3957375"/>
            <a:ext cx="2100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7316750" y="3642375"/>
            <a:ext cx="2100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8" name="Google Shape;198;p28"/>
          <p:cNvSpPr txBox="1"/>
          <p:nvPr/>
        </p:nvSpPr>
        <p:spPr>
          <a:xfrm>
            <a:off x="7612600" y="3957375"/>
            <a:ext cx="2100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9" name="Google Shape;199;p28"/>
          <p:cNvSpPr txBox="1"/>
          <p:nvPr/>
        </p:nvSpPr>
        <p:spPr>
          <a:xfrm>
            <a:off x="7943438" y="3957375"/>
            <a:ext cx="2100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0" name="Google Shape;200;p28"/>
          <p:cNvSpPr txBox="1"/>
          <p:nvPr/>
        </p:nvSpPr>
        <p:spPr>
          <a:xfrm>
            <a:off x="7630100" y="3624825"/>
            <a:ext cx="2100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1" name="Google Shape;201;p28"/>
          <p:cNvSpPr txBox="1"/>
          <p:nvPr/>
        </p:nvSpPr>
        <p:spPr>
          <a:xfrm>
            <a:off x="7943450" y="3642375"/>
            <a:ext cx="2100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9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2" name="Google Shape;202;p28"/>
          <p:cNvSpPr txBox="1"/>
          <p:nvPr/>
        </p:nvSpPr>
        <p:spPr>
          <a:xfrm>
            <a:off x="7612600" y="3309825"/>
            <a:ext cx="2100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3" name="Google Shape;203;p28"/>
          <p:cNvSpPr txBox="1"/>
          <p:nvPr/>
        </p:nvSpPr>
        <p:spPr>
          <a:xfrm>
            <a:off x="7856450" y="3358825"/>
            <a:ext cx="3840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4" name="Google Shape;204;p28"/>
          <p:cNvSpPr txBox="1"/>
          <p:nvPr/>
        </p:nvSpPr>
        <p:spPr>
          <a:xfrm>
            <a:off x="7856450" y="3084175"/>
            <a:ext cx="3840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5" name="Google Shape;205;p28"/>
          <p:cNvSpPr txBox="1"/>
          <p:nvPr/>
        </p:nvSpPr>
        <p:spPr>
          <a:xfrm>
            <a:off x="7908475" y="2851250"/>
            <a:ext cx="3840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14</a:t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9" title="Screenshot 2025-12-02 0344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6875" y="1611728"/>
            <a:ext cx="4907126" cy="3531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571750"/>
            <a:ext cx="4236875" cy="258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